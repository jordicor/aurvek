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Aurvek revenue: 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violet-73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